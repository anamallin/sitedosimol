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d57a3c71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d57a3c71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d57a3c7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d57a3c7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a818d4d64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a818d4d64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d57a3c71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d57a3c71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d57a3c71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d57a3c71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a818d4d64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a818d4d64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acee52cd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acee52cd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b8ca2a1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b8ca2a1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b8ca2a1f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b8ca2a1f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b8ca2a1f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b8ca2a1f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b8ca2a1f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b8ca2a1f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b8ca2a1f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b8ca2a1f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b8ca2a1f8_3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eb8ca2a1f8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b8ca2a1f8_3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b8ca2a1f8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b8ca2a1f8_3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b8ca2a1f8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241225" y="21060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Produtos para venda (Insta):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70014" y="0"/>
            <a:ext cx="9714537" cy="546735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072000" y="909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Chaveiros PPGs</a:t>
            </a:r>
            <a:endParaRPr b="1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 b="9584" l="0" r="0" t="0"/>
          <a:stretch/>
        </p:blipFill>
        <p:spPr>
          <a:xfrm>
            <a:off x="-429950" y="27750"/>
            <a:ext cx="10003901" cy="508799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3072000" y="1173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Chaveiros</a:t>
            </a:r>
            <a:endParaRPr b="1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3072000" y="33331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Bótons</a:t>
            </a:r>
            <a:endParaRPr b="1" sz="1800"/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963" y="612156"/>
            <a:ext cx="8110078" cy="4343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3072000" y="328446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Adesivos PPGs e </a:t>
            </a:r>
            <a:r>
              <a:rPr b="1" lang="en" sz="1800">
                <a:solidFill>
                  <a:schemeClr val="dk1"/>
                </a:solidFill>
              </a:rPr>
              <a:t>I ❤️</a:t>
            </a:r>
            <a:endParaRPr b="1" sz="1800"/>
          </a:p>
        </p:txBody>
      </p:sp>
      <p:pic>
        <p:nvPicPr>
          <p:cNvPr id="78" name="Google Shape;78;p17" title="Modelos (16).png"/>
          <p:cNvPicPr preferRelativeResize="0"/>
          <p:nvPr/>
        </p:nvPicPr>
        <p:blipFill rotWithShape="1">
          <a:blip r:embed="rId3">
            <a:alphaModFix/>
          </a:blip>
          <a:srcRect b="7756" l="0" r="0" t="18725"/>
          <a:stretch/>
        </p:blipFill>
        <p:spPr>
          <a:xfrm>
            <a:off x="29050" y="867100"/>
            <a:ext cx="9085901" cy="3757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/>
        </p:nvSpPr>
        <p:spPr>
          <a:xfrm>
            <a:off x="3072000" y="169696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Adesivos Variados</a:t>
            </a:r>
            <a:endParaRPr b="1" sz="1800"/>
          </a:p>
        </p:txBody>
      </p:sp>
      <p:pic>
        <p:nvPicPr>
          <p:cNvPr id="84" name="Google Shape;84;p18" title="Modelos (21).png"/>
          <p:cNvPicPr preferRelativeResize="0"/>
          <p:nvPr/>
        </p:nvPicPr>
        <p:blipFill rotWithShape="1">
          <a:blip r:embed="rId3">
            <a:alphaModFix/>
          </a:blip>
          <a:srcRect b="13909" l="0" r="0" t="12810"/>
          <a:stretch/>
        </p:blipFill>
        <p:spPr>
          <a:xfrm>
            <a:off x="76200" y="718600"/>
            <a:ext cx="8991600" cy="3706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/>
        </p:nvSpPr>
        <p:spPr>
          <a:xfrm>
            <a:off x="448650" y="160950"/>
            <a:ext cx="824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Adesivos extras - Poderão ser incluídos no kit de inscrição, caso seja viável. Não estarão disponíveis para venda. Não serão divulgados.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90" name="Google Shape;90;p19"/>
          <p:cNvPicPr preferRelativeResize="0"/>
          <p:nvPr/>
        </p:nvPicPr>
        <p:blipFill rotWithShape="1">
          <a:blip r:embed="rId3">
            <a:alphaModFix/>
          </a:blip>
          <a:srcRect b="14041" l="0" r="0" t="14760"/>
          <a:stretch/>
        </p:blipFill>
        <p:spPr>
          <a:xfrm>
            <a:off x="448650" y="884125"/>
            <a:ext cx="8140924" cy="434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Cordão 850mmx12mm</a:t>
            </a:r>
            <a:endParaRPr/>
          </a:p>
        </p:txBody>
      </p:sp>
      <p:pic>
        <p:nvPicPr>
          <p:cNvPr id="96" name="Google Shape;96;p20" title="cordão-simol_Prancheta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42400"/>
            <a:ext cx="8839204" cy="125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775" y="2278590"/>
            <a:ext cx="642937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1" title="ChatGPT Image 11 de jun. de 2026, 15_45_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7500" y="905000"/>
            <a:ext cx="6429001" cy="428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1"/>
          <p:cNvSpPr txBox="1"/>
          <p:nvPr>
            <p:ph type="title"/>
          </p:nvPr>
        </p:nvSpPr>
        <p:spPr>
          <a:xfrm>
            <a:off x="229500" y="3323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Cordão 850mmx12mm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2" title="ChatGPT Image 11 de jun. de 2026, 15_50_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6300" y="1113175"/>
            <a:ext cx="5799299" cy="3866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Lápis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Marca página </a:t>
            </a:r>
            <a:r>
              <a:rPr b="1" lang="en" sz="1717">
                <a:solidFill>
                  <a:srgbClr val="404040"/>
                </a:solidFill>
              </a:rPr>
              <a:t>210 x 55 mm</a:t>
            </a:r>
            <a:endParaRPr b="1" sz="1717">
              <a:solidFill>
                <a:srgbClr val="40404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4351" y="445025"/>
            <a:ext cx="1531625" cy="456589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3"/>
          <p:cNvSpPr/>
          <p:nvPr/>
        </p:nvSpPr>
        <p:spPr>
          <a:xfrm>
            <a:off x="5119513" y="4302700"/>
            <a:ext cx="1221300" cy="42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3786" y="4362602"/>
            <a:ext cx="1052789" cy="42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idx="4294967295" type="subTitle"/>
          </p:nvPr>
        </p:nvSpPr>
        <p:spPr>
          <a:xfrm>
            <a:off x="2390275" y="19788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Produtos Inscrição Premium: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5"/>
          <p:cNvPicPr preferRelativeResize="0"/>
          <p:nvPr/>
        </p:nvPicPr>
        <p:blipFill rotWithShape="1">
          <a:blip r:embed="rId3">
            <a:alphaModFix/>
          </a:blip>
          <a:srcRect b="5733" l="32795" r="35124" t="3982"/>
          <a:stretch/>
        </p:blipFill>
        <p:spPr>
          <a:xfrm>
            <a:off x="1462975" y="576963"/>
            <a:ext cx="2520274" cy="398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5"/>
          <p:cNvPicPr preferRelativeResize="0"/>
          <p:nvPr/>
        </p:nvPicPr>
        <p:blipFill rotWithShape="1">
          <a:blip r:embed="rId4">
            <a:alphaModFix/>
          </a:blip>
          <a:srcRect b="0" l="32588" r="35472" t="0"/>
          <a:stretch/>
        </p:blipFill>
        <p:spPr>
          <a:xfrm>
            <a:off x="4572000" y="516725"/>
            <a:ext cx="2419099" cy="4260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6"/>
          <p:cNvPicPr preferRelativeResize="0"/>
          <p:nvPr/>
        </p:nvPicPr>
        <p:blipFill rotWithShape="1">
          <a:blip r:embed="rId3">
            <a:alphaModFix/>
          </a:blip>
          <a:srcRect b="10828" l="5488" r="4689" t="10537"/>
          <a:stretch/>
        </p:blipFill>
        <p:spPr>
          <a:xfrm>
            <a:off x="683450" y="662325"/>
            <a:ext cx="7727002" cy="380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/>
          <p:cNvPicPr preferRelativeResize="0"/>
          <p:nvPr/>
        </p:nvPicPr>
        <p:blipFill rotWithShape="1">
          <a:blip r:embed="rId3">
            <a:alphaModFix/>
          </a:blip>
          <a:srcRect b="12286" l="11089" r="13830" t="10297"/>
          <a:stretch/>
        </p:blipFill>
        <p:spPr>
          <a:xfrm>
            <a:off x="431513" y="217250"/>
            <a:ext cx="8280974" cy="4802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